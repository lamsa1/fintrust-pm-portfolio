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Status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Track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Lamiaa SAMRAOUI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</a:t>
            </a:r>
            <a:endParaRPr lang="en-US" sz="2200" dirty="0"/>
          </a:p>
        </p:txBody>
      </p:sp>
      <p:sp>
        <p:nvSpPr>
          <p:cNvPr id="6" name="badge At Risk"/>
          <p:cNvSpPr/>
          <p:nvPr/>
        </p:nvSpPr>
        <p:spPr>
          <a:xfrm>
            <a:off x="1920240" y="4114800"/>
            <a:ext cx="164592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| Week 4 of 4 | 11 October 2026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| PM Track | AnalystLab Africa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2200" dirty="0"/>
          </a:p>
        </p:txBody>
      </p:sp>
      <p:sp>
        <p:nvSpPr>
          <p:cNvPr id="5" name="badge Confirmed Partial Ready"/>
          <p:cNvSpPr/>
          <p:nvPr/>
        </p:nvSpPr>
        <p:spPr>
          <a:xfrm>
            <a:off x="7498080" y="160020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Partial 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86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52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sources: one GitHub repository and two LinkedIn posts</a:t>
            </a:r>
            <a:endParaRPr lang="en-US" sz="1300" dirty="0"/>
          </a:p>
        </p:txBody>
      </p:sp>
      <p:sp>
        <p:nvSpPr>
          <p:cNvPr id="9" name="badge Reviewed"/>
          <p:cNvSpPr/>
          <p:nvPr/>
        </p:nvSpPr>
        <p:spPr>
          <a:xfrm>
            <a:off x="7498080" y="246888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</a:t>
            </a:r>
            <a:endParaRPr lang="en-US" sz="2200" dirty="0"/>
          </a:p>
        </p:txBody>
      </p:sp>
      <p:sp>
        <p:nvSpPr>
          <p:cNvPr id="12" name="badge Confirmed Partial Ready"/>
          <p:cNvSpPr/>
          <p:nvPr/>
        </p:nvSpPr>
        <p:spPr>
          <a:xfrm>
            <a:off x="7498080" y="333756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Partial Ready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069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2200" dirty="0"/>
          </a:p>
        </p:txBody>
      </p:sp>
      <p:sp>
        <p:nvSpPr>
          <p:cNvPr id="15" name="badge Not Confirmed"/>
          <p:cNvSpPr/>
          <p:nvPr/>
        </p:nvSpPr>
        <p:spPr>
          <a:xfrm>
            <a:off x="7498080" y="420624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F4B6B6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Confirmed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37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2200" dirty="0"/>
          </a:p>
        </p:txBody>
      </p:sp>
      <p:sp>
        <p:nvSpPr>
          <p:cNvPr id="18" name="badge Ready"/>
          <p:cNvSpPr/>
          <p:nvPr/>
        </p:nvSpPr>
        <p:spPr>
          <a:xfrm>
            <a:off x="7498080" y="507492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D5E8D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| PM Track | AnalystLab Africa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Readiness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(Franklin, Mohammed Rashid)</a:t>
            </a:r>
            <a:endParaRPr lang="en-US" sz="1600" dirty="0"/>
          </a:p>
        </p:txBody>
      </p:sp>
      <p:sp>
        <p:nvSpPr>
          <p:cNvPr id="4" name="badge Confirmed Partial"/>
          <p:cNvSpPr/>
          <p:nvPr/>
        </p:nvSpPr>
        <p:spPr>
          <a:xfrm>
            <a:off x="8503920" y="139903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Partial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(Unotidashe Jacob Hove, Emmanuel Asamoah Oppong, Emmanuella Arhin)</a:t>
            </a:r>
            <a:endParaRPr lang="en-US" sz="1600" dirty="0"/>
          </a:p>
        </p:txBody>
      </p:sp>
      <p:sp>
        <p:nvSpPr>
          <p:cNvPr id="6" name="badge Reviewed"/>
          <p:cNvSpPr/>
          <p:nvPr/>
        </p:nvSpPr>
        <p:spPr>
          <a:xfrm>
            <a:off x="8503920" y="203911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(Dineo Nadine Sithole)</a:t>
            </a:r>
            <a:endParaRPr lang="en-US" sz="1600" dirty="0"/>
          </a:p>
        </p:txBody>
      </p:sp>
      <p:sp>
        <p:nvSpPr>
          <p:cNvPr id="8" name="badge Confirmed Partial"/>
          <p:cNvSpPr/>
          <p:nvPr/>
        </p:nvSpPr>
        <p:spPr>
          <a:xfrm>
            <a:off x="8503920" y="267919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Partial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91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(Charlez023)</a:t>
            </a:r>
            <a:endParaRPr lang="en-US" sz="1600" dirty="0"/>
          </a:p>
        </p:txBody>
      </p:sp>
      <p:sp>
        <p:nvSpPr>
          <p:cNvPr id="10" name="badge Reviewed"/>
          <p:cNvSpPr/>
          <p:nvPr/>
        </p:nvSpPr>
        <p:spPr>
          <a:xfrm>
            <a:off x="8503920" y="331927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31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2" name="badge Not Confirmed"/>
          <p:cNvSpPr/>
          <p:nvPr/>
        </p:nvSpPr>
        <p:spPr>
          <a:xfrm>
            <a:off x="8503920" y="395935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4B6B6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Confirmed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72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(Lamiaa SAMRAOUI)</a:t>
            </a:r>
            <a:endParaRPr lang="en-US" sz="1600" dirty="0"/>
          </a:p>
        </p:txBody>
      </p:sp>
      <p:sp>
        <p:nvSpPr>
          <p:cNvPr id="14" name="badge Ready"/>
          <p:cNvSpPr/>
          <p:nvPr/>
        </p:nvSpPr>
        <p:spPr>
          <a:xfrm>
            <a:off x="8503920" y="459943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D5E8D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 Validated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evidence from three public sources; no direct communication received.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| PM Track | AnalystLab Africa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Issue Closure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risks tracked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 after Week 4 review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600" dirty="0"/>
          </a:p>
        </p:txBody>
      </p:sp>
      <p:sp>
        <p:nvSpPr>
          <p:cNvPr id="7" name="badge Closed"/>
          <p:cNvSpPr/>
          <p:nvPr/>
        </p:nvSpPr>
        <p:spPr>
          <a:xfrm>
            <a:off x="1051560" y="4389120"/>
            <a:ext cx="1188720" cy="411480"/>
          </a:xfrm>
          <a:prstGeom prst="roundRect">
            <a:avLst>
              <a:gd name="adj" fmla="val 26667"/>
            </a:avLst>
          </a:prstGeom>
          <a:solidFill>
            <a:srgbClr val="D5E8D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600" dirty="0"/>
          </a:p>
        </p:txBody>
      </p:sp>
      <p:sp>
        <p:nvSpPr>
          <p:cNvPr id="9" name="badge Accepted"/>
          <p:cNvSpPr/>
          <p:nvPr/>
        </p:nvSpPr>
        <p:spPr>
          <a:xfrm>
            <a:off x="2606040" y="4389120"/>
            <a:ext cx="1188720" cy="411480"/>
          </a:xfrm>
          <a:prstGeom prst="roundRect">
            <a:avLst>
              <a:gd name="adj" fmla="val 26667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600" dirty="0"/>
          </a:p>
        </p:txBody>
      </p:sp>
      <p:sp>
        <p:nvSpPr>
          <p:cNvPr id="11" name="badge Open"/>
          <p:cNvSpPr/>
          <p:nvPr/>
        </p:nvSpPr>
        <p:spPr>
          <a:xfrm>
            <a:off x="4160520" y="4389120"/>
            <a:ext cx="1188720" cy="411480"/>
          </a:xfrm>
          <a:prstGeom prst="roundRect">
            <a:avLst>
              <a:gd name="adj" fmla="val 26667"/>
            </a:avLst>
          </a:prstGeom>
          <a:solidFill>
            <a:srgbClr val="F4B6B6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issues tracked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 after Week 4 review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600" dirty="0"/>
          </a:p>
        </p:txBody>
      </p:sp>
      <p:sp>
        <p:nvSpPr>
          <p:cNvPr id="16" name="badge Closed"/>
          <p:cNvSpPr/>
          <p:nvPr/>
        </p:nvSpPr>
        <p:spPr>
          <a:xfrm>
            <a:off x="6629400" y="4389120"/>
            <a:ext cx="1188720" cy="411480"/>
          </a:xfrm>
          <a:prstGeom prst="roundRect">
            <a:avLst>
              <a:gd name="adj" fmla="val 26667"/>
            </a:avLst>
          </a:prstGeom>
          <a:solidFill>
            <a:srgbClr val="D5E8D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18" name="badge Accepted"/>
          <p:cNvSpPr/>
          <p:nvPr/>
        </p:nvSpPr>
        <p:spPr>
          <a:xfrm>
            <a:off x="8183880" y="4389120"/>
            <a:ext cx="1188720" cy="411480"/>
          </a:xfrm>
          <a:prstGeom prst="roundRect">
            <a:avLst>
              <a:gd name="adj" fmla="val 26667"/>
            </a:avLst>
          </a:prstGeom>
          <a:solidFill>
            <a:srgbClr val="FFE6C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4692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20" name="badge Open"/>
          <p:cNvSpPr/>
          <p:nvPr/>
        </p:nvSpPr>
        <p:spPr>
          <a:xfrm>
            <a:off x="9738360" y="4389120"/>
            <a:ext cx="1188720" cy="411480"/>
          </a:xfrm>
          <a:prstGeom prst="roundRect">
            <a:avLst>
              <a:gd name="adj" fmla="val 26667"/>
            </a:avLst>
          </a:prstGeom>
          <a:solidFill>
            <a:srgbClr val="F4B6B6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| PM Track | AnalystLab Africa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well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four-level evidence hierarchy kept cross-track status honest and consistent.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each contributor separately preserved accuracy.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contributor communication upgraded two tracks to Confirmed.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4256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19456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available for the Generative AI track.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readiness could not be Validated without end-to-end testing.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model quality was limited (recall 0.04).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28432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2F5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2752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02752" y="219456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communication is stronger than public posts.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documentation of weaknesses beats hiding them.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PM's job is to make uncertainty visible.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| PM Track | AnalystLab Africa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Priorities and Achievements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PM deliverables complete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presentation recorded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 at Confirmed level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unconfirmed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 Validated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Week 4 | PM Track | AnalystLab Africa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AnalystLab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Lamiaa SAMRAOUI</dc:creator>
  <cp:lastModifiedBy>Lamiaa SAMRAOUI</cp:lastModifiedBy>
  <cp:revision>1</cp:revision>
  <dcterms:created xsi:type="dcterms:W3CDTF">2026-10-11T13:52:43Z</dcterms:created>
  <dcterms:modified xsi:type="dcterms:W3CDTF">2026-10-11T13:52:43Z</dcterms:modified>
</cp:coreProperties>
</file>