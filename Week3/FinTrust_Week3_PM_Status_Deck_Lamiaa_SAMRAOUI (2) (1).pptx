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uMz+w4BPr8TzAgRyVgpPJRFFJ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 3 status for the PM track. Project health is At Risk, trending toward On Track if Week 4 mitigations hold.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 levels: Reported = contributor stated completion publicly; Reviewed = PM reviewed the public output. No track reaches Confirmed or Validated in Week 3.</a:t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Replace the dashed box with Figure 2 (Risk Heat Map) from the Week 3 document.</a:t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5125"/>
            <a:ext cx="9205724" cy="52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950" y="87150"/>
            <a:ext cx="1462100" cy="13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425" y="0"/>
            <a:ext cx="920792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8461600" y="4860900"/>
            <a:ext cx="430800" cy="22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425" y="0"/>
            <a:ext cx="9404475" cy="525329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>
            <a:off x="8618250" y="4952275"/>
            <a:ext cx="417600" cy="19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425" y="0"/>
            <a:ext cx="9264425" cy="51750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8624875" y="4856675"/>
            <a:ext cx="186300" cy="28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64850" y="4856675"/>
            <a:ext cx="2653200" cy="28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35101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8555050" y="4926500"/>
            <a:ext cx="244500" cy="21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270"/>
            <a:ext cx="9144000" cy="51077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8822700" y="4914850"/>
            <a:ext cx="457200" cy="40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2026-10-04T14:42:28Z</dcterms:created>
  <dc:creator>PptxGenJS</dc:creator>
</cp:coreProperties>
</file>