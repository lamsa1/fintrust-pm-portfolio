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1371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0" y="23774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Digital Bank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Status Report — Summary Deck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Track  |  Analyse &amp; Prepare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Lamiaa SAMRAOUI  |  Week 2 of 4  |  [Insert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Analyse &amp; Prepare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2C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AT RISK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 PM deliverables complete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463040"/>
            <a:ext cx="7040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Why At Risk, Not Off Track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• GenAI grounding risk (R-13) escalated from the Week 2 brief — needs Week 3 refinement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• DA → DS hand-off (DEP-01) timing is tight and could compress Week 3 integration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• Neither issue is critical yet, but both require active management in Week 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Digital Bank — Week 2 PM Status Deck  |  Lamiaa SAMRAOUI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Completed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PM-owned deliverables finished on schedule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D9E1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Progress Tracker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D9E1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4173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Updated Four-Week Timeline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D9E1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945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Risk Register (13 risks)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D9E1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945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Issue Log (6 issues)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D9E1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718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Dependency Register (8 dependencies)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97180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D9E1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9718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Decision Log (6 decisions)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D9E1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490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Week 2 Status Report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Digital Bank — Week 2 PM Status Deck  |  Lamiaa SAMRAOUI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Risks &amp; Issues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items requiring Week 3 attention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68096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R-05 / R-13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grounding risk — escalated per Week 2 brief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R-02 / R-08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schedule slippage / limited buffer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→ DS hand-off timing pressure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DS/MLE integration format not yet agreed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Cross-track visibility not available in Week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Digital Bank — Week 2 PM Status Deck  |  Lamiaa SAMRAOUI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decisions logged in Week 2, each backed by evidence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9047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DEP-01 (DA → DS) as the Week 2 critical path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1671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labelled-assumption approach for cross-track monitoring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9169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Risk Register into two tables for readability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66674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R-12 — DA → DS timing risk, evidenced by the Week 2 roadmap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489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165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R-13 — GenAI grounding risk, evidenced by the Week 2 brief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39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166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Week 2 monitoring notes separate from Week 1 registers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Digital Bank — Week 2 PM Status Deck  |  Lamiaa SAMRAOUI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Priorities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 as formal collaboration begins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 → DS hand-off completion and validate Week 2 assumptions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202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DS → MLE hand-off (DEP-02)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971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37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GenAI grounding refinement and re-testing (R-13 mitigation)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28803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971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337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format/interface agreements between DS and MLE (R-09 mitigation)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548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all governance documents with confirmed Week 2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2976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7548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end-to-end testing in Week 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FinTrust Digital Bank — Week 2 PM Status Deck  |  Lamiaa SAMRAOUI  | 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2026-09-27T01:50:27Z</dcterms:created>
  <dcterms:modified xsi:type="dcterms:W3CDTF">2026-09-27T01:50:27Z</dcterms:modified>
</cp:coreProperties>
</file>